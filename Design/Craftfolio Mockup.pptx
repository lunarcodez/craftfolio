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2FC44-C097-8887-E077-A319C1CAA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5573E-CF8D-8F74-1B75-18DD8D530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95898-676C-A334-3C49-A9D9BEEED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8D88-0064-4EF3-9BD6-E5FC51A2C9C1}" type="datetimeFigureOut">
              <a:rPr lang="en-ID" smtClean="0"/>
              <a:t>10/08/2025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EA311-F71D-9D9F-EAAC-A1F2BBC71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F152C-F486-F22C-7A14-6980026C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D1F5-B969-4BE6-807D-EC4E7100D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603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75EC2-40C9-5D40-E70B-98EDEDE75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2FDB7-5F57-6235-FE5E-86120ED12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92DB4-DB3F-685D-FAB4-684ABCA8E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8D88-0064-4EF3-9BD6-E5FC51A2C9C1}" type="datetimeFigureOut">
              <a:rPr lang="en-ID" smtClean="0"/>
              <a:t>10/08/2025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E4990-1820-333B-848F-EAA9083DD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B76EE-1317-5894-51F6-44AD3C198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D1F5-B969-4BE6-807D-EC4E7100D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3083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47674-6DE6-F4CB-69D8-5E67FD562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A085B-3790-78FE-94E7-4512A2082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ED3D0-AC22-E918-F0B4-A1EA62D1E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8D88-0064-4EF3-9BD6-E5FC51A2C9C1}" type="datetimeFigureOut">
              <a:rPr lang="en-ID" smtClean="0"/>
              <a:t>10/08/2025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DFEDC-F092-5E9B-D29A-BD0D549B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EEFDF-2DC1-5B79-CAFF-AEEFAEC5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D1F5-B969-4BE6-807D-EC4E7100D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209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E165-1BB7-9708-6EDC-9AD7404DD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9056E-142B-2F5D-0543-8D6A3951D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DB4BB-407E-5733-6E81-CB9D3BBAC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D4736-DC5B-74FE-39A3-23208B2BD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8D88-0064-4EF3-9BD6-E5FC51A2C9C1}" type="datetimeFigureOut">
              <a:rPr lang="en-ID" smtClean="0"/>
              <a:t>10/08/2025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D8A52-3E65-4C7F-F7FA-EA11084C9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C8FD6-1ED3-D489-A604-5663E81B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D1F5-B969-4BE6-807D-EC4E7100D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2552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B6A4-89F1-9E47-E505-27DFB104C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D42F9-15EE-08ED-19C8-AECFA4E42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A3060-425C-EE0A-F35E-150FC6883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518E7-3F7B-877F-7C20-0FE414D04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541376-B1A1-4971-8D7B-302FA8548F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352EE3-54D1-3AD0-9B7C-BFE1DD94B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8D88-0064-4EF3-9BD6-E5FC51A2C9C1}" type="datetimeFigureOut">
              <a:rPr lang="en-ID" smtClean="0"/>
              <a:t>10/08/2025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0CDE2D-8C63-BF5A-0BBC-6A860CFD8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8C666-5E65-E076-1BCC-FDDE42A45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D1F5-B969-4BE6-807D-EC4E7100D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7805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E1642-8BC4-8DD4-DB29-EC24B894D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B6AB2-07D8-3CB4-40E6-22ABFFBB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8D88-0064-4EF3-9BD6-E5FC51A2C9C1}" type="datetimeFigureOut">
              <a:rPr lang="en-ID" smtClean="0"/>
              <a:t>10/08/2025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50C8BF-08D6-5BBF-75AA-BCCB6A03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923A0-86D4-9BC6-50AA-628230A7B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D1F5-B969-4BE6-807D-EC4E7100D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9045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229C26-0264-89C9-F43C-4AEDD2E41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8D88-0064-4EF3-9BD6-E5FC51A2C9C1}" type="datetimeFigureOut">
              <a:rPr lang="en-ID" smtClean="0"/>
              <a:t>10/08/2025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D41DB-7237-B8AF-A437-3B04D63E4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B36C4-979B-8241-B19A-17080514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D1F5-B969-4BE6-807D-EC4E7100D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948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EE6E-C373-E65F-D00C-7BC7E8E0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8DBE0-49AC-CE39-87B1-BE1114EBC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56D86-0EEB-6B40-1EDC-CAE8D06DF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D5E5D-8554-68A5-C3DE-307C17F7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8D88-0064-4EF3-9BD6-E5FC51A2C9C1}" type="datetimeFigureOut">
              <a:rPr lang="en-ID" smtClean="0"/>
              <a:t>10/08/2025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65217-96A3-2BB9-151A-4F0FB75DF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8E1C6-530D-66AE-DAF3-DF1BACABC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D1F5-B969-4BE6-807D-EC4E7100D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518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9EF9D-DEEB-C954-2D1B-1B5F6A9F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D33485-25FD-EAA3-AA43-B60E48E85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DD378-FEB0-6F07-4882-81FDF1631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8EAA0-8E82-F198-D425-38E9DF230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8D88-0064-4EF3-9BD6-E5FC51A2C9C1}" type="datetimeFigureOut">
              <a:rPr lang="en-ID" smtClean="0"/>
              <a:t>10/08/2025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8BF34-BD9F-7402-1BD0-A6050940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AA843-A18F-5F80-9D6B-0EBD13A8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D1F5-B969-4BE6-807D-EC4E7100D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3982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D763-6177-DD4E-434F-DCD82F97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06751-D79A-D152-28BB-B3F50C8EF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0CA1E-4B1F-CC41-22E6-4E595385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8D88-0064-4EF3-9BD6-E5FC51A2C9C1}" type="datetimeFigureOut">
              <a:rPr lang="en-ID" smtClean="0"/>
              <a:t>10/08/2025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D37C2-4D73-9FEE-BF73-4C013189E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98CA7-9A18-A86F-8F43-21FC8EB6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D1F5-B969-4BE6-807D-EC4E7100D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25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588B6C-3C94-D067-0B9F-E558938A0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CCFB9-7D22-7251-A41A-E4C24CB0F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8F1D4-DF5D-83E4-FF53-E70A9CE71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8D88-0064-4EF3-9BD6-E5FC51A2C9C1}" type="datetimeFigureOut">
              <a:rPr lang="en-ID" smtClean="0"/>
              <a:t>10/08/2025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B8A70-AB60-E485-9982-EDBC497AF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8D7FF-AB39-2870-2D3C-C211318D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D1F5-B969-4BE6-807D-EC4E7100D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320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37AAF9-3294-DBFB-7269-CD4D07B2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8A4F8-21FB-9986-3E85-FC336EA3A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7A0B8-CF7F-2DBB-4002-89A6C4FCE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B8D88-0064-4EF3-9BD6-E5FC51A2C9C1}" type="datetimeFigureOut">
              <a:rPr lang="en-ID" smtClean="0"/>
              <a:t>10/08/2025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00D7C-FFAA-5BC4-3CE5-58711B813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C0A1E-01AE-A12D-CAD5-A01A5804F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CD1F5-B969-4BE6-807D-EC4E7100D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035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C5EBA-C180-46FB-41AA-5CCEBBEC7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4000" dirty="0" err="1"/>
              <a:t>Craftfolio</a:t>
            </a:r>
            <a:r>
              <a:rPr lang="en-ID" sz="4000" dirty="0"/>
              <a:t> </a:t>
            </a:r>
            <a:r>
              <a:rPr lang="en-ID" sz="4000" dirty="0" err="1"/>
              <a:t>Mockup</a:t>
            </a:r>
            <a:br>
              <a:rPr lang="en-ID" sz="4000" dirty="0"/>
            </a:br>
            <a:r>
              <a:rPr lang="en-ID" sz="4000" dirty="0"/>
              <a:t>(Phone)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B44659-A184-4C4B-A5DA-FDDF7432D9DF}"/>
              </a:ext>
            </a:extLst>
          </p:cNvPr>
          <p:cNvSpPr/>
          <p:nvPr/>
        </p:nvSpPr>
        <p:spPr>
          <a:xfrm>
            <a:off x="4438437" y="1824252"/>
            <a:ext cx="2650732" cy="4186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01879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Craftfolio Mockup (Phone)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erika.dayshi@gmail.com</dc:creator>
  <cp:lastModifiedBy>erika.dayshi@gmail.com</cp:lastModifiedBy>
  <cp:revision>1</cp:revision>
  <dcterms:created xsi:type="dcterms:W3CDTF">2025-08-10T09:31:29Z</dcterms:created>
  <dcterms:modified xsi:type="dcterms:W3CDTF">2025-08-10T10:18:04Z</dcterms:modified>
</cp:coreProperties>
</file>